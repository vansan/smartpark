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73152" cy="73152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88752" y="274320"/>
            <a:ext cx="530352" cy="246888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88752" y="521207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2" y="768096"/>
            <a:ext cx="530352" cy="246888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🅿  SmartPark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B05C"/>
                </a:solidFill>
              </a:rPr>
              <a:t>Smart Parking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29087"/>
                </a:solidFill>
              </a:rPr>
              <a:t>Proof of Concept  ·  UAE  · 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🌐  smartpark-lac.vercel.app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2A3C"/>
                </a:solidFill>
              </a:rPr>
              <a:t>Parking today is broken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081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Drivers circle 10-15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739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No visibility of free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7743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368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Paper tickets &amp; manual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34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Human error, revenue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688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375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3284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No digital booking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94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Slots double-booked or wasted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885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Guards check passes manually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6542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Slow, error-prone, no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248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Expired bookings stay 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614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Good slots wasted, revenue lost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SmartPark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One platform · Three roles · Real-time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05C"/>
                </a:solidFill>
              </a:rPr>
              <a:t>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Find free slots on live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Book by date, time &amp; 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Prepaid · QR code entry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Countdown timer on booking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371600"/>
            <a:ext cx="36576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2A3C"/>
                </a:solidFill>
              </a:rPr>
              <a:t>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Real-time slot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0632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Full booking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8862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Auto-release expired slots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VAT-compliant billing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371600"/>
            <a:ext cx="36576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QR scanner on any device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0632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Instant booking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8862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Slot marked occupied on 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No hardware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Complete Booking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End-to-end · Live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Google Sign-In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37160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See Dubai parking locations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Slot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Pick a free slot (🟢)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137160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137160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Date &amp;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Select date, time, duration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93192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995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AED 5/hr + 5% VAT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79" y="470915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393192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37560" y="393192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3995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QR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Booking confirmed + QR 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79" y="470915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93192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393192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995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Guard Scan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QR scanned → slot occupied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Prepaid Payment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Transparent · VAT-compliant · Fraud-proof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05C"/>
                </a:solidFill>
              </a:rPr>
              <a:t>Sample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Dubai Mall · Slot P03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03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871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07 Jun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712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Start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871215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10:00 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552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End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5526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12:00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393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63931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2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0233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07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Parking (AED 5 × 2 hrs)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4074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AED 10.00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914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VAT (5%)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914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AED 0.50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755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─────────────────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1755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──────────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59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5C"/>
                </a:solidFill>
              </a:rP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595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0B05C"/>
                </a:solidFill>
              </a:rPr>
              <a:t>AED 10.50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371600"/>
            <a:ext cx="539496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2A3C"/>
                </a:solidFill>
              </a:rPr>
              <a:t>Why Prepaid?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 revenue leakage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45059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Slot guaranteed only after 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907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290779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Fraud prevention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255263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QR ties payment to specific slot &amp;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7124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712463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VAT compliance built-in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05993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5% UAE VAT calculated automatically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517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5171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Gateway-ready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864607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Plug in Stripe, Telr, or any UAE PSP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321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321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Full audit trail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669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Every transaction logged with timestamp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QR Entry &amp; Guard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Zero paperwork · Instant validation · Any 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Driver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Selects slot,
pays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QR 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Unique QR tied
to 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Arrives at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Opens app,
shows QR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19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Guard Scans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Any phone/tablet
with camera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6988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Entry Granted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Slot marked
Occupied instantly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46320"/>
            <a:ext cx="2743200" cy="64008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919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B08"/>
                </a:solidFill>
              </a:rPr>
              <a:t>No hardware barriers needed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4846320"/>
            <a:ext cx="2743200" cy="64008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8728" y="4919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B08"/>
                </a:solidFill>
              </a:rPr>
              <a:t>Works on any smartphone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5936" y="4846320"/>
            <a:ext cx="2743200" cy="64008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3096" y="4919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B08"/>
                </a:solidFill>
              </a:rPr>
              <a:t>Complete audit trail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90304" y="4846320"/>
            <a:ext cx="2743200" cy="64008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7464" y="4919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B08"/>
                </a:solidFill>
              </a:rPr>
              <a:t>Auto-releases after end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Production-grade · Cloud-native · Scalable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Flutter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One codebase → Web, iOS, Android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Firebase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Google Sign-In · Enterprise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33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Cloud Firestore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632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Real-time NoSQL · Auto-scaling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6032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560320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633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Riverpod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0632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State management · Reactive 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39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49039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221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Google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Live map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749039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749039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221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GoRouter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Deep-linking · URL navigation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3776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164592" cy="100584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10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Vercel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Global CDN · Zero-config deployment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93776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937760"/>
            <a:ext cx="16459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010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Version control · CI/CD 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This POC 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All core capabilities validated end-to-end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Real-time slot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5361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361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No double-booking (transactions)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15361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963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Time-based booking with expiry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4963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3172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963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Auto-release expired bookings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24963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564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QR entry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4564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9184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4564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Prepaid payment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34564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Mock 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165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Multi-location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41655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5196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4165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Web + Mobile (one codebase)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441655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Flutter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1208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766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Google Sign-In 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3766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21208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3766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Cloud Firestore 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53766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Operator &amp; driver benefits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B05C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9087"/>
                </a:solidFill>
              </a:rPr>
              <a:t>Hardware needed
for MVP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743200" cy="22860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B05C"/>
                </a:solidFill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14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9087"/>
                </a:solidFill>
              </a:rPr>
              <a:t>Digital audit
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743200" cy="2286000"/>
          </a:xfrm>
          <a:prstGeom prst="rect">
            <a:avLst/>
          </a:prstGeom>
          <a:solidFill>
            <a:srgbClr val="162019"/>
          </a:solidFill>
          <a:ln w="1905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02A3C"/>
                </a:solidFill>
              </a:rPr>
              <a:t>AED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9087"/>
                </a:solidFill>
              </a:rPr>
              <a:t>Infrastructure
cost (POC)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743200" cy="2286000"/>
          </a:xfrm>
          <a:prstGeom prst="rect">
            <a:avLst/>
          </a:prstGeom>
          <a:solidFill>
            <a:srgbClr val="16201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514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9087"/>
                </a:solidFill>
              </a:rPr>
              <a:t>Locations
scalable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11247120" cy="594360"/>
          </a:xfrm>
          <a:prstGeom prst="rect">
            <a:avLst/>
          </a:prstGeom>
          <a:solidFill>
            <a:srgbClr val="162019"/>
          </a:solidFill>
          <a:ln w="63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C"/>
                </a:solidFill>
              </a:rPr>
              <a:t>💰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977639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Prepaid model eliminates revenue leakage. Every minute of parking captured.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11247120" cy="594360"/>
          </a:xfrm>
          <a:prstGeom prst="rect">
            <a:avLst/>
          </a:prstGeom>
          <a:solidFill>
            <a:srgbClr val="162019"/>
          </a:solidFill>
          <a:ln w="63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C"/>
                </a:solidFill>
              </a:rPr>
              <a:t>👮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6634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Guards need zero training. Scan QR on any phone — no hardware required.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57800"/>
            <a:ext cx="11247120" cy="594360"/>
          </a:xfrm>
          <a:prstGeom prst="rect">
            <a:avLst/>
          </a:prstGeom>
          <a:solidFill>
            <a:srgbClr val="162019"/>
          </a:solidFill>
          <a:ln w="63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C"/>
                </a:solidFill>
              </a:rPr>
              <a:t>🚗 Drivers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3492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Book from home, guaranteed spot, no cash, no queues at entry.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solidFill>
            <a:srgbClr val="162019"/>
          </a:solidFill>
          <a:ln w="63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C"/>
                </a:solidFill>
              </a:rPr>
              <a:t>📊 Operators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6035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Full booking history, occupancy rates, peak hours — all in real-time.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Roadmap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From POC to live product in 8-12 weeks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77724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1
Weeks 1-2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Real payment gateway (Telr/Stripe)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Push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Arabic language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371600"/>
            <a:ext cx="27432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743200" cy="7772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0B08"/>
                </a:solidFill>
              </a:rPr>
              <a:t>Phase 2
Weeks 3-5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Admin dashboard &amp;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5661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iOS + Android apps (App Store)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800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Multiple rate tiers per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27432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2743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0B08"/>
                </a:solidFill>
              </a:rPr>
              <a:t>Phase 3
Weeks 6-8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Barrier/gate hardware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License plate recognition (ANPR)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00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Monthly subscriber plans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1371600"/>
            <a:ext cx="27432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829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1371600"/>
            <a:ext cx="2743200" cy="777240"/>
          </a:xfrm>
          <a:prstGeom prst="rect">
            <a:avLst/>
          </a:prstGeom>
          <a:solidFill>
            <a:srgbClr val="829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4
Weeks 9-12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Multi-city rollout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5661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Fleet / corporate accounts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4800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Analytics &amp; revenue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91440" cy="100584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0" y="274320"/>
            <a:ext cx="1463040" cy="338328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612648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07040" y="950976"/>
            <a:ext cx="1463040" cy="338328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Ready to Go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29087"/>
                </a:solidFill>
              </a:rPr>
              <a:t>The foundation is built. The POC is 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We need: a pilot location · payment gateway · your green light.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70B08"/>
                </a:solidFill>
              </a:rPr>
              <a:t>🌐  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0B08"/>
                </a:solidFill>
              </a:rPr>
              <a:t>smartpark-lac.vercel.app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70B08"/>
                </a:solidFill>
              </a:rPr>
              <a:t>💻  Source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0B08"/>
                </a:solidFill>
              </a:rPr>
              <a:t>github.com/vansan/smartpark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70B08"/>
                </a:solidFill>
              </a:rPr>
              <a:t>Questions?  Let's discuss next steps. 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